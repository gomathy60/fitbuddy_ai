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1. Brainstorming &amp; Ideation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40080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DE0E6"/>
                </a:solidFill>
                <a:latin typeface="Aptos"/>
              </a:rPr>
              <a:t>FitBuddy – AI Fitness Plan Generator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228600"/>
            <a:ext cx="777240" cy="566928"/>
          </a:xfrm>
          <a:prstGeom prst="roundRect">
            <a:avLst/>
          </a:prstGeom>
          <a:solidFill>
            <a:srgbClr val="1F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1089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1183112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55648"/>
            <a:ext cx="10469880" cy="416052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Problem / Idea: Users need simple, personalized workout guidance aligned with their fitness goals.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Proposed idea: A web application that uses Generative AI to create customized 7-day workout plans and nutrition/recovery tips.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Target goals: Weight loss, muscle gain, general wellness and other fitness objectives.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Core scenarios: Generate a plan from user details; refine the plan through feedback; provide goal-based nutrition/recovery tips.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Admin scenario: Coaches/administrators can view registered users and their original/updated plans.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686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180"/>
                </a:solidFill>
                <a:latin typeface="Aptos"/>
              </a:rPr>
              <a:t>FitBuddy – AI Fitness Plan Generator using Gemini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473952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180"/>
                </a:solidFill>
                <a:latin typeface="Aptos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2. Requirement Analysis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40080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DE0E6"/>
                </a:solidFill>
                <a:latin typeface="Aptos"/>
              </a:rPr>
              <a:t>Requirements &amp; Technology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228600"/>
            <a:ext cx="777240" cy="566928"/>
          </a:xfrm>
          <a:prstGeom prst="roundRect">
            <a:avLst/>
          </a:prstGeom>
          <a:solidFill>
            <a:srgbClr val="1F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1089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1183112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55648"/>
            <a:ext cx="10469880" cy="416052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User inputs: Name/User ID, age, weight, fitness goal and preferred intensity (Low/Medium/High).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Functional requirements: Workout generation, nutrition/recovery tip generation, feedback-based plan updating and admin user/plan viewing.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Frontend: HTML, CSS and Jinja2 templates.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Backend: FastAPI with Python and Uvicorn.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AI layer: Google Gemini models — Gemini 1.5 Pro for workout generation/updating and Gemini Flash for fast nutrition tips.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Database: SQLite with SQLAlchemy ORM for user and plan persistence.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686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180"/>
                </a:solidFill>
                <a:latin typeface="Aptos"/>
              </a:rPr>
              <a:t>FitBuddy – AI Fitness Plan Generator using Gemini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473952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180"/>
                </a:solidFill>
                <a:latin typeface="Aptos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3. Project Design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40080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DE0E6"/>
                </a:solidFill>
                <a:latin typeface="Aptos"/>
              </a:rPr>
              <a:t>Solution Design &amp;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228600"/>
            <a:ext cx="777240" cy="566928"/>
          </a:xfrm>
          <a:prstGeom prst="roundRect">
            <a:avLst/>
          </a:prstGeom>
          <a:solidFill>
            <a:srgbClr val="1F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1089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1183112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55648"/>
            <a:ext cx="10469880" cy="416052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Frontend layer: index.html collects user data; result.html displays the generated plan, nutrition tip and feedback form; all_users.html provides the admin view.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Backend layer: FastAPI routes receive form data, validate it and connect the application components.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AI layer: Gemini Pro generates structured 7-day plans and revises plans from feedback; Gemini Flash produces concise nutrition/recovery tips.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Data layer: SQLAlchemy + SQLite stores user information and preserves original and updated plans.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Main flow: User Input → FastAPI → Gemini → Database → Jinja2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686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180"/>
                </a:solidFill>
                <a:latin typeface="Aptos"/>
              </a:rPr>
              <a:t>FitBuddy – AI Fitness Plan Generator using Gemini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473952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180"/>
                </a:solidFill>
                <a:latin typeface="Aptos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4. Project Planning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40080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DE0E6"/>
                </a:solidFill>
                <a:latin typeface="Aptos"/>
              </a:rPr>
              <a:t>Milestones, Activities &amp; Execution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228600"/>
            <a:ext cx="777240" cy="566928"/>
          </a:xfrm>
          <a:prstGeom prst="roundRect">
            <a:avLst/>
          </a:prstGeom>
          <a:solidFill>
            <a:srgbClr val="1F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1089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1183112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55648"/>
            <a:ext cx="10469880" cy="416052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Milestone 1 – Model Selection &amp; Architecture: evaluate AI models, define architecture and prepare the environment.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Milestone 2 – Core Functionality: develop workout generation, nutrition tips, feedback updating and storage.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Milestone 3 – routes.py Development: implement home, generate-workout, submit-feedback and view-all-users routes.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Milestone 4 – Frontend Development: build responsive HTML/CSS interfaces and dynamic Jinja2 templates.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Milestone 5 – Deployment: prepare local deployment, install dependencies and verify the application with Uvicorn.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Development prerequisites: Python, FastAPI, Gemini API familiarity, HTML/CSS/Jinja2, Git, SQLAlchemy/SQLite and virtual-environment setup.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686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180"/>
                </a:solidFill>
                <a:latin typeface="Aptos"/>
              </a:rPr>
              <a:t>FitBuddy – AI Fitness Plan Generator using Gemini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473952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180"/>
                </a:solidFill>
                <a:latin typeface="Aptos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5. Project Development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40080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DE0E6"/>
                </a:solidFill>
                <a:latin typeface="Aptos"/>
              </a:rPr>
              <a:t>Implementation &amp; Working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228600"/>
            <a:ext cx="777240" cy="566928"/>
          </a:xfrm>
          <a:prstGeom prst="roundRect">
            <a:avLst/>
          </a:prstGeom>
          <a:solidFill>
            <a:srgbClr val="1F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1089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1183112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55648"/>
            <a:ext cx="10469880" cy="416052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Workout generation: generate_workout_gemini() sends the user's goal/intensity to Gemini 1.5 Pro and returns a structured day-wise plan.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Nutrition tip: generate_nutrition_tip_with_flash() creates a concise goal-aligned nutrition or recovery suggestion.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Feedback update: update_workout_plan() combines the original plan with user feedback to create a revised plan.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Database functions: save_user(), save_plan(), update_plan(), get_original_plan() and get_user() support persistence.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Routes connect the frontend, Gemini AI functions and database; generated results are rendered through Jinja2.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UI features include user input, personalized results, feedback submission and an administrator 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686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180"/>
                </a:solidFill>
                <a:latin typeface="Aptos"/>
              </a:rPr>
              <a:t>FitBuddy – AI Fitness Plan Generator using Gemini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473952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180"/>
                </a:solidFill>
                <a:latin typeface="Aptos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6. Project Testing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40080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DE0E6"/>
                </a:solidFill>
                <a:latin typeface="Aptos"/>
              </a:rPr>
              <a:t>Testing, Verification &amp; Expected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228600"/>
            <a:ext cx="777240" cy="566928"/>
          </a:xfrm>
          <a:prstGeom prst="roundRect">
            <a:avLst/>
          </a:prstGeom>
          <a:solidFill>
            <a:srgbClr val="1F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1089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1183112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55648"/>
            <a:ext cx="10469880" cy="416052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Environment verification: create/activate the virtual environment and install dependencies from requirements.txt.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API/server verification: run the FastAPI application with Uvicorn and check the local application and /docs interface.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Input testing: verify that user details and intensity values are accepted and processed correctly.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AI-output testing: verify structured 7-day workout plans, nutrition/recovery tips and feedback-based revisions.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Database testing: verify that user details, original plans and updated plans are stored and retrieved correctly.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UI testing: verify navigation, form submission, result rendering and responsive presentation.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686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180"/>
                </a:solidFill>
                <a:latin typeface="Aptos"/>
              </a:rPr>
              <a:t>FitBuddy – AI Fitness Plan Generator using Gemini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473952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180"/>
                </a:solidFill>
                <a:latin typeface="Aptos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7. Project Documentation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40080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DE0E6"/>
                </a:solidFill>
                <a:latin typeface="Aptos"/>
              </a:rPr>
              <a:t>Documentation &amp;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228600"/>
            <a:ext cx="777240" cy="566928"/>
          </a:xfrm>
          <a:prstGeom prst="roundRect">
            <a:avLst/>
          </a:prstGeom>
          <a:solidFill>
            <a:srgbClr val="1F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1089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1183112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55648"/>
            <a:ext cx="10469880" cy="416052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Document the project overview, scenarios, architecture, prerequisites, milestones, implementation and deployment steps.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Document important modules/functions: Gemini generators, routes.py, database.py and Jinja2 templates.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Document the user workflow: enter details → generate plan → view nutrition tip → submit feedback → receive updated plan.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Include screenshots/evidence of the homepage, personalized plan, nutrition tip, feedback result and admin users page.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Maintain project files and documentation in the GitHub repository using the required phase-wise folder structure.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Submission must include a public GitHub repository link containing the project files/documents.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686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180"/>
                </a:solidFill>
                <a:latin typeface="Aptos"/>
              </a:rPr>
              <a:t>FitBuddy – AI Fitness Plan Generator using Gemini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473952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180"/>
                </a:solidFill>
                <a:latin typeface="Aptos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8. Project Demonstration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40080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DE0E6"/>
                </a:solidFill>
                <a:latin typeface="Aptos"/>
              </a:rPr>
              <a:t>Demo, Submission &amp; Future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35640" y="228600"/>
            <a:ext cx="777240" cy="566928"/>
          </a:xfrm>
          <a:prstGeom prst="roundRect">
            <a:avLst/>
          </a:prstGeom>
          <a:solidFill>
            <a:srgbClr val="1F9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31089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1183112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55648"/>
            <a:ext cx="10469880" cy="416052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Demo video: record the complete project demonstration with screen sharing and student voice-over/explanation.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Explain in the video: Project Name, Purpose, Uses/Benefits, Execution/Working Process and Final Output.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Upload the demo video to Google Drive and set access to “Anyone with the link can view”.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Repository structure: 8 phase folders — Brainstorming &amp; Ideation, Requirement Analysis, Project Design, Project Planning, Project Development, Project Testing, Project Documentation and Project Demonstration.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Team requirement: minimum 2 members, standard 4 members, maximum 5 members.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650">
                <a:solidFill>
                  <a:srgbClr val="2A3441"/>
                </a:solidFill>
                <a:latin typeface="Aptos"/>
              </a:defRPr>
            </a:pPr>
            <a:r>
              <a:t>Future direction from the project concept: the application is designed as a scalable/adaptable AI-powered fitness solution that can evolve with user preferences and progress.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8686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180"/>
                </a:solidFill>
                <a:latin typeface="Aptos"/>
              </a:rPr>
              <a:t>FitBuddy – AI Fitness Plan Generator using Gemini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473952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180"/>
                </a:solidFill>
                <a:latin typeface="Aptos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